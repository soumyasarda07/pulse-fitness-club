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329184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1417320"/>
            <a:ext cx="0" cy="146304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1417320"/>
            <a:ext cx="50292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4760" y="1417320"/>
            <a:ext cx="0" cy="173736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3154680"/>
            <a:ext cx="50292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737360"/>
            <a:ext cx="0" cy="141732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0" y="1737360"/>
            <a:ext cx="786384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PANCHKULA  •  BECSE (AIML)  •  PROJECT-BASED EVALUATION 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endParaRPr lang="en-US" sz="920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Club — Website Development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responsive, multi-page HTML / CSS / JS website for a gym, indoor games, yoga, pilates and meditation club.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HARD.  FLOW SLOW.  BREATHE DEEP.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DC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 &amp; Scope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PULSE exists and what the site needed to deliver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562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DC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2376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File Structure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223760" y="22860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 kept in separate, commented 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4564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DC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45920" y="38862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tokens, typography and the signature heartbeat motif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4564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DC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3474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Strategy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223760" y="38862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CSS, from phone to laptop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0566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DC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45920" y="5074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Interactive Features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45920" y="54864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toggle, mobile nav, zero-JS FAQ accordion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892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50566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DC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50749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Mapping &amp; Next Steps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23760" y="54864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site targets Evaluation 1 criteria, and what's next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website for PULSE, a fitness club in Panchkula offering a gym floor, three indoor courts, and a studio for yoga, pilates and meditation — one club, every kind of workout.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 site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33101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linked pages, not a single scrolling page — tabs lead to real pages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8313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Phone-first layout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41513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phone first, then scaled up to tablet and laptop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457200" cy="45720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6725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/ Night mode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80160" y="49926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theme toggle that persists across the whole site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541264"/>
            <a:ext cx="457200" cy="45720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513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files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5833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and JS kept in their own files — commented throughout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1554480"/>
            <a:ext cx="4800600" cy="4892040"/>
          </a:xfrm>
          <a:prstGeom prst="roundRect">
            <a:avLst>
              <a:gd name="adj" fmla="val 2286"/>
            </a:avLst>
          </a:prstGeom>
          <a:solidFill>
            <a:srgbClr val="14140F"/>
          </a:solidFill>
          <a:ln/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866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FOR EVALUATION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22128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visual design, layout &amp; responsiveness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2761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HTML5 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33101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JS: theme toggle, nav, form check, FAQ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8660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3858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GitHub structure &amp; commit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4526280"/>
            <a:ext cx="3977640" cy="0"/>
          </a:xfrm>
          <a:prstGeom prst="line">
            <a:avLst/>
          </a:prstGeom>
          <a:noFill/>
          <a:ln w="12700">
            <a:solidFill>
              <a:srgbClr val="2C2C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FOR EVALUATION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5102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52360" y="51023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/ calorie calculators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86600" y="5513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52360" y="5513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filtering &amp; booking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5925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52360" y="5925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localStorage-backed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languages, three files, one clear job 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semantic pages — header, nav, main, section, article, footer used throughout.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9659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2402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4C6B5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Layout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37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stylesheet: design tokens, mobile-first layout, all animations.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224028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C79A3C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(ES5+)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953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Behaviour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3337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script: theme toggle, mobile nav, contact-form check. Nothing else.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FEAE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230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SEPARATE FILES?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style and behaviour stay independent — easier to read, easier to grade, and easier to extend with heavier JS in Evaluation 2 without touching markup or design.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STRUCTURE — 9 PAGES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nav tab now leads to a real page — fixing the single-page anchor problem from the first draft.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166360" y="196596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4140F"/>
          </a:solidFill>
          <a:ln/>
        </p:spPr>
      </p:sp>
      <p:sp>
        <p:nvSpPr>
          <p:cNvPr id="6" name="Text 4"/>
          <p:cNvSpPr/>
          <p:nvPr/>
        </p:nvSpPr>
        <p:spPr>
          <a:xfrm>
            <a:off x="5166360" y="19659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3F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43100" y="27432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32278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about.html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About, Trainers, FAQ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6300" y="27432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30632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47872" y="32278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gym.html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47872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Gym Floor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29500" y="27432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0632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32278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4C6B54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yoga.html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91072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&amp; Pilates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72700" y="27432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30632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34272" y="32278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4C6B54"/>
          </a:solidFill>
          <a:ln/>
        </p:spPr>
      </p:sp>
      <p:sp>
        <p:nvSpPr>
          <p:cNvPr id="25" name="Text 23"/>
          <p:cNvSpPr/>
          <p:nvPr/>
        </p:nvSpPr>
        <p:spPr>
          <a:xfrm>
            <a:off x="9034272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meditation.html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034272" y="3749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 Room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43100" y="43434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48280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facilities.html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" y="5349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&amp; Gallery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6300" y="43434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46634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47872" y="48280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C79A3C"/>
          </a:solidFill>
          <a:ln/>
        </p:spPr>
      </p:sp>
      <p:sp>
        <p:nvSpPr>
          <p:cNvPr id="35" name="Text 33"/>
          <p:cNvSpPr/>
          <p:nvPr/>
        </p:nvSpPr>
        <p:spPr>
          <a:xfrm>
            <a:off x="3547872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schedule.html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547872" y="5349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Schedule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29500" y="43434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46634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91072" y="48280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C79A3C"/>
          </a:solidFill>
          <a:ln/>
        </p:spPr>
      </p:sp>
      <p:sp>
        <p:nvSpPr>
          <p:cNvPr id="40" name="Text 38"/>
          <p:cNvSpPr/>
          <p:nvPr/>
        </p:nvSpPr>
        <p:spPr>
          <a:xfrm>
            <a:off x="6291072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membership.html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291072" y="5349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Plans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172700" y="4343400"/>
            <a:ext cx="0" cy="320040"/>
          </a:xfrm>
          <a:prstGeom prst="line">
            <a:avLst/>
          </a:prstGeom>
          <a:noFill/>
          <a:ln w="19050">
            <a:solidFill>
              <a:srgbClr val="E0DC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0" y="46634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034272" y="4828032"/>
            <a:ext cx="320040" cy="91440"/>
          </a:xfrm>
          <a:prstGeom prst="roundRect">
            <a:avLst>
              <a:gd name="adj" fmla="val 50000"/>
            </a:avLst>
          </a:prstGeom>
          <a:solidFill>
            <a:srgbClr val="4C6B54"/>
          </a:solidFill>
          <a:ln/>
        </p:spPr>
      </p:sp>
      <p:sp>
        <p:nvSpPr>
          <p:cNvPr id="45" name="Text 43"/>
          <p:cNvSpPr/>
          <p:nvPr/>
        </p:nvSpPr>
        <p:spPr>
          <a:xfrm>
            <a:off x="9034272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contact.html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034272" y="5349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Map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TOKENS, DAY &amp; NIGHT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colour on the site is a CSS variable. Flipping one attribute on &lt;body&gt; swaps the whole palette — no per-element logic needed.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0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88720" y="2551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— gym, games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4C6B54"/>
          </a:solidFill>
          <a:ln w="12700">
            <a:solidFill>
              <a:srgbClr val="E0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3145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— yoga, meditation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D8D2C2"/>
          </a:solidFill>
          <a:ln w="12700">
            <a:solidFill>
              <a:srgbClr val="E0DC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3739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background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14140F"/>
          </a:solidFill>
          <a:ln w="12700">
            <a:solidFill>
              <a:srgbClr val="E0DC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4334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background</a:t>
            </a:r>
            <a:endParaRPr lang="en-US" sz="1000" dirty="0"/>
          </a:p>
        </p:txBody>
      </p:sp>
      <p:pic>
        <p:nvPicPr>
          <p:cNvPr id="17" name="Image 0" descr="/home/claude/pptx-build/cro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5806440" cy="26028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 &amp; THE PULSE MOTIF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 — display headings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hard. Flow slow. Breathe deep.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Sans — all body copy, 3 weights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06:30 AM — SLOT-CALM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Mono — stats, labels, tags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4754880" cy="0"/>
          </a:xfrm>
          <a:prstGeom prst="line">
            <a:avLst/>
          </a:prstGeom>
          <a:noFill/>
          <a:ln w="12700">
            <a:solidFill>
              <a:srgbClr val="E0DC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3035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3 font families, used consistently across all 9 pages — no per-page font drift.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14140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HEARTBEAT DIVIDER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SVG line — spikes into a heartbeat, settles into a calm wave. It sits between energetic and calm sections on every page, visually connecting the gym side of PULSE to the studio side.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4297680"/>
            <a:ext cx="82296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4297680"/>
            <a:ext cx="137160" cy="-32004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3977640"/>
            <a:ext cx="137160" cy="82296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4800600"/>
            <a:ext cx="137160" cy="-50292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4297680"/>
            <a:ext cx="96012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4297680"/>
            <a:ext cx="137160" cy="-13716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4160520"/>
            <a:ext cx="137160" cy="27432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61120" y="4434840"/>
            <a:ext cx="137160" cy="-22860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4206240"/>
            <a:ext cx="137160" cy="18288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4389120"/>
            <a:ext cx="137160" cy="-9144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4297680"/>
            <a:ext cx="160020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on: Home · Gym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486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A2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inline SVG, styled with a CSS variable — no image asset, no JS.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MOBILE-FIRST, RESPONSIVE CSS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base CSS rule targets a phone screen. Two media queries then widen the layout — nothing is designed desktop-first and shrunk 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87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700px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column, centered text, hamburger menu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20574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2240280"/>
            <a:ext cx="457200" cy="457200"/>
          </a:xfrm>
          <a:prstGeom prst="ellipse">
            <a:avLst/>
          </a:prstGeom>
          <a:solidFill>
            <a:srgbClr val="F7ECD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640" y="2487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9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700px +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2-column grids, left-aligned copy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20574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2240280"/>
            <a:ext cx="457200" cy="45720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0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0" y="2487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6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1024px +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83880" y="2880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3-column grids, full horizontal nav bar</a:t>
            </a:r>
            <a:endParaRPr lang="en-US" sz="1050" dirty="0"/>
          </a:p>
        </p:txBody>
      </p:sp>
      <p:pic>
        <p:nvPicPr>
          <p:cNvPr id="23" name="Image 0" descr="/home/claude/pptx-build/cro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316" y="4160520"/>
            <a:ext cx="4846320" cy="20555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HTML5 &amp; ACCESSIBILITY</a:t>
            </a:r>
            <a:endParaRPr lang="en-US" sz="2800" dirty="0"/>
          </a:p>
        </p:txBody>
      </p:sp>
      <p:pic>
        <p:nvPicPr>
          <p:cNvPr id="4" name="Image 0" descr="/home/claude/pptx-build/cro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217920" cy="2787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&lt;nav&gt; &lt;main&gt;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78040" y="20574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landmark elements, not endless &lt;div&gt;s — screen readers and graders can both navigate the page structure.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29077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aria-label, aria-expanded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78040" y="322783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and the hamburger button carry ARIA attributes that update as the menu opens and closes.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40782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link + focus states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78040" y="439826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hidden "skip to content" link, and every interactive element gets a visible focus outline.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78040" y="524865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3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text on every image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040" y="556869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alt attributes throughout — gallery, trainers, hero — nothing left blank.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FEATURE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/ NIGHT THEME TOGGLE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button, one attribute, every colour on the page. The choice is saved with localStorage so it holds across all 9 pages.</a:t>
            </a:r>
            <a:endParaRPr lang="en-US" sz="1300" dirty="0"/>
          </a:p>
        </p:txBody>
      </p:sp>
      <p:pic>
        <p:nvPicPr>
          <p:cNvPr id="5" name="Image 0" descr="/home/claude/pptx-build/cro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7498080" cy="3542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96596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1D1D16"/>
          </a:solidFill>
          <a:ln w="12700">
            <a:solidFill>
              <a:srgbClr val="2C2C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4108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toggles data-theme on &lt;body&gt;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4108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61120" y="3246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re-resolve instantly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410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96112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saved to localStorage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4108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961120" y="45262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other page reads it on load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HAMBURGER MENU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1024px the nav bar collapses into a hamburger icon. Above it, CSS alone switches back to a full horizontal bar.</a:t>
            </a:r>
            <a:endParaRPr lang="en-US" sz="1300" dirty="0"/>
          </a:p>
        </p:txBody>
      </p:sp>
      <p:pic>
        <p:nvPicPr>
          <p:cNvPr id="5" name="Image 0" descr="/home/claude/pptx-build/crop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7498080" cy="3542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96596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1D1D16"/>
          </a:solidFill>
          <a:ln w="12700">
            <a:solidFill>
              <a:srgbClr val="2C2C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JS DOES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41080" y="26060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15400" y="2606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Toggles a .nav-open class on &lt;body&gt;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41080" y="32461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1540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handles the slide + fade animation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41080" y="38862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15400" y="3886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Auto-closes when a link is tapped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41080" y="45262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915400" y="4526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aria-expanded for screen readers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FEATURE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ACCORDION — ZERO JAVASCRIPT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&lt;details&gt; / &lt;summary&gt; tags give a fully interactive, animated accordion using nothing but native HTML and CSS.</a:t>
            </a:r>
            <a:endParaRPr lang="en-US" sz="1300" dirty="0"/>
          </a:p>
        </p:txBody>
      </p:sp>
      <p:pic>
        <p:nvPicPr>
          <p:cNvPr id="5" name="Image 0" descr="/home/claude/pptx-build/cr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103120"/>
            <a:ext cx="6400800" cy="19423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210312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E4EBE3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366760" y="27432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73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Interactivity doesn't always need JavaScript. This keeps the JS budget for Evaluation 1 spent only on the theme toggle, nav, and form — while the FAQ still feels alive and animated.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PAGE-BY-PAGE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ON EACH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64792"/>
            <a:ext cx="420624" cy="420624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3312" y="1728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with CTA, stats strip, about teaser, Why Choose PULSE, facilities preview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764792"/>
            <a:ext cx="420624" cy="420624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10912" y="1728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258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Vision, trainer cards, star-rated testimonials, FAQ accordion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764792"/>
            <a:ext cx="420624" cy="420624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68512" y="1728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2585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weights, machines, cardio deck &amp; functional zone — hover-zoom cards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3273552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438144"/>
            <a:ext cx="420624" cy="420624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38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3312" y="3401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&amp; Pilates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imagery, benefit pills: Flexibility, Core Strength, Posture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3273552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438144"/>
            <a:ext cx="420624" cy="420624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438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10912" y="3401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9319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calmer visual tone — contrast to the energetic gym pages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3273552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438144"/>
            <a:ext cx="420624" cy="420624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3438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68512" y="3401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38160" y="393192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grid + indoor games detail + CSS-only masonry gallery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946904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" y="5111496"/>
            <a:ext cx="420624" cy="420624"/>
          </a:xfrm>
          <a:prstGeom prst="ellipse">
            <a:avLst/>
          </a:prstGeom>
          <a:solidFill>
            <a:srgbClr val="F7ECD3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111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53312" y="5074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56052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Colour-coded energy / calm timetable, ready for Eval 2 filtering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97680" y="4946904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80560" y="5111496"/>
            <a:ext cx="420624" cy="420624"/>
          </a:xfrm>
          <a:prstGeom prst="ellipse">
            <a:avLst/>
          </a:prstGeom>
          <a:solidFill>
            <a:srgbClr val="F7ECD3"/>
          </a:solidFill>
          <a:ln/>
        </p:spPr>
      </p:sp>
      <p:sp>
        <p:nvSpPr>
          <p:cNvPr id="41" name="Text 39"/>
          <p:cNvSpPr/>
          <p:nvPr/>
        </p:nvSpPr>
        <p:spPr>
          <a:xfrm>
            <a:off x="4480560" y="5111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10912" y="5074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80560" y="56052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plans; All Access called out as the featured, best-value option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55280" y="4946904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38160" y="5111496"/>
            <a:ext cx="420624" cy="420624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46" name="Text 44"/>
          <p:cNvSpPr/>
          <p:nvPr/>
        </p:nvSpPr>
        <p:spPr>
          <a:xfrm>
            <a:off x="8138160" y="5111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68512" y="5074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138160" y="56052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Form, opening hours, embedded map — all pointing to Panchkula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RUBRIC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01952"/>
            <a:ext cx="502920" cy="50292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18105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&amp; Communication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concept explained across Home + About; consistent Ember / Sage / heartbeat identity communicates the brand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19272"/>
            <a:ext cx="502920" cy="50292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2278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&amp; Organisation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61188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clearly-named pages, semantic HTML, one design-token stylesheet — logical, easy to follow 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36592"/>
            <a:ext cx="502920" cy="502920"/>
          </a:xfrm>
          <a:prstGeom prst="ellipse">
            <a:avLst/>
          </a:prstGeom>
          <a:solidFill>
            <a:srgbClr val="F7ECD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36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64515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&amp; Software Practices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502920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toggle, mobile nav, zero-JS FAQ, hover animations, and a clean, commented GitHub-ready file structure.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STRUCTURE &amp;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14140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480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pulse-fitness/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gym.html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yoga.html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meditation.html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facilities.html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schedule.html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membership.html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└── style.css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js/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D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 script.js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783080"/>
            <a:ext cx="411480" cy="41148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CSS / JS file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0" y="20848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page links the same style.css and script.js — a single source of truth.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834640"/>
            <a:ext cx="411480" cy="41148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8163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file names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31363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gym.html, yoga.html, contact.html — no page1.html, no vague names.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886200"/>
            <a:ext cx="411480" cy="41148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386791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comments throughout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75120" y="41879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major CSS block and JS function is commented with what it does and why.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937760"/>
            <a:ext cx="411480" cy="41148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49194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Regular, meaningful commits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75120" y="52395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→ design tokens → pages → interactivity, committed in logical stages.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EVALUATION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1 is deliberately HTML/CSS-heavy. These are the features planned once heavier JavaScript is in scope.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2304288"/>
            <a:ext cx="594360" cy="59436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2304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&amp; Calorie Calculators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2304288"/>
            <a:ext cx="594360" cy="594360"/>
          </a:xfrm>
          <a:prstGeom prst="ellipse">
            <a:avLst/>
          </a:prstGeom>
          <a:solidFill>
            <a:srgbClr val="FDE7DE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2304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Workout Generator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1031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418320" y="2304288"/>
            <a:ext cx="594360" cy="594360"/>
          </a:xfrm>
          <a:prstGeom prst="ellipse">
            <a:avLst/>
          </a:prstGeom>
          <a:solidFill>
            <a:srgbClr val="F7ECD3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0" y="2304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6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3816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Schedule Filtering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03120" y="4041648"/>
            <a:ext cx="594360" cy="594360"/>
          </a:xfrm>
          <a:prstGeom prst="ellipse">
            <a:avLst/>
          </a:prstGeom>
          <a:solidFill>
            <a:srgbClr val="F7ECD3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4041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6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Booking System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840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4041648"/>
            <a:ext cx="594360" cy="59436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4041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8056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localStorage-backed Data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55280" y="3840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DCD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18320" y="4041648"/>
            <a:ext cx="594360" cy="594360"/>
          </a:xfrm>
          <a:prstGeom prst="ellipse">
            <a:avLst/>
          </a:prstGeom>
          <a:solidFill>
            <a:srgbClr val="E4EBE3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0" y="4041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5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138160" y="47548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useState / useEffect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— PROJECT EVALUATION 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6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2926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2651760"/>
            <a:ext cx="0" cy="118872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66160" y="2651760"/>
            <a:ext cx="4114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7640" y="2651760"/>
            <a:ext cx="0" cy="137160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77640" y="3794760"/>
            <a:ext cx="4114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2926080"/>
            <a:ext cx="0" cy="105156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3246120"/>
            <a:ext cx="713232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3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welcome — including a live walkthrough of the responsive layout and the theme toggle.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B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FITNESS CLUB  ·  PANCHKULA  ·  BECSE (AIML), 3RD SEMESTER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2026-08-20T19:32:25Z</dcterms:created>
  <dcterms:modified xsi:type="dcterms:W3CDTF">2026-08-20T19:32:25Z</dcterms:modified>
</cp:coreProperties>
</file>